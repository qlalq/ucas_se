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968DD-6F6C-41BC-1A4F-2C891A11E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7624A5-AA9A-FC94-8AF4-45D2BE284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0AC95B-20D6-905E-76FD-FBAE0920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DB5FE-9771-FAAC-0F6B-5364C536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71BEB8-C936-85CE-2A60-0663DB47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88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9F795-CFEA-9008-98D5-6678A70B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3EF15-74A8-67E4-2090-5BCB5E612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B78CA-C615-BDDF-A5A8-69DDCD8B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CB682-46DD-0D52-835B-F2CD6EF3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ECE90-81FC-143F-5CDF-01577E17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24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81E00-6090-238A-9C18-3423CDD2F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83AE71-FFE9-7F91-D508-15EA96FED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51FE5-F8E4-5FB0-5A05-D913E4D5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AF0DF-4F7D-0E25-2F37-6BA6527D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00FCB6-815F-50F8-1AE8-E0CAE83C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19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B2C04-8F92-A234-5450-0ADE82F3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FAB05-9569-C219-E71F-F51121627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2F719-9FAD-9D87-0CFE-152CBBACB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A93D88-B2ED-2403-6A6F-B8B28D46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29266-A82F-2DFE-1CBE-0F95E930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42E54B-5E87-AE8E-2E62-36EC696F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83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24018-961C-3B06-E609-F2B2EF5D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96B805-AC77-CDCD-83F3-9FF6B6100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74675-D7B0-C30C-625A-080C462E0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B687AC-F704-669C-246C-F7AA0F6C6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BB9385-C288-0041-86B1-F07516052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52F179-A6A9-E3B4-0536-970CC15D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62B0BE-BC0D-06DE-6B2D-DD2F1E87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E3F6EE-43DB-A7A0-A89F-801A2749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81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82F9E-5BFB-C854-C897-04BFBB5A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4322B9-3356-0E48-9E89-C7BD2D23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936AF1-52B8-3240-9A2F-C2EE0B5F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44EAE6-3FA2-B2CE-F831-900AF487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39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74215F-209D-1E7F-B7C0-DA5E7DA5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8C290-79D4-812D-DF8B-888D5A25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06D573-4E15-F079-1EB2-F02EE78E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61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B5A6A-2E1C-8B7F-508E-7956C41D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71C9F-6A87-78A6-75A5-110AC8E1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B39436-87BD-3133-6981-D52FECB3E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F87C0-B01D-2EF1-840D-AF989501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1AC4C2-048E-14F0-0FD2-1399505A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695944-2D10-47E8-7A59-50531037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94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4D5D8-02AD-CF8D-6D38-79B429FA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29C7F6-09B0-8D9C-147D-8EC0B3B8F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804B3-83E9-D21C-2C35-9530A54F8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4EF5E-155C-BADE-FCD2-EBB3BC36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EABA82-C56F-25E6-F649-8AC8D34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BEAB3E-80FF-DC60-5A10-43608F05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3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E0248-CEB2-69B4-0EFB-C8CCFF02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ADFA2C-CB08-0769-02E7-34FF0DF85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6692C-C288-57CD-C1A5-A37A7FFC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4B2A4-23CA-7109-7BFC-2BB1AC93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44DC-D28B-DB83-04DA-5A730AC3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45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C48B16-C7EA-25C0-EAAE-8671B74A2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5A44AD-8A5D-0A19-5429-50993E26D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0814B9-2F03-131D-B2E5-87358FFE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C92D39-4D87-B6F4-504D-35CAC6A7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4C5469-211C-8FDD-1229-36A74C8E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48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8CC815-49E0-1FF3-CFBE-484E5D32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E6FD02-17AC-2CFC-7B48-874CEC028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E3CF03-C0C3-237F-7E8A-1399B2D64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68CBF-F0AF-4D9E-99E5-01DA522F5029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8CEB23-965D-2B2B-BED5-CF6A2112A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9AE9B-190A-DFBB-AFC5-37D8FD20F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86898-401E-4FAF-B814-CE245CC0D2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10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00E801-1A11-F160-6931-09110FF6EC16}"/>
              </a:ext>
            </a:extLst>
          </p:cNvPr>
          <p:cNvSpPr txBox="1"/>
          <p:nvPr/>
        </p:nvSpPr>
        <p:spPr>
          <a:xfrm>
            <a:off x="383850" y="3313287"/>
            <a:ext cx="128289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documents</a:t>
            </a:r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1365E07-671D-3541-BF57-73E5B9C5D650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1666740" y="3249619"/>
            <a:ext cx="1038369" cy="248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800C7E5-680F-4E24-3FC7-AAB51FC6067E}"/>
              </a:ext>
            </a:extLst>
          </p:cNvPr>
          <p:cNvSpPr txBox="1"/>
          <p:nvPr/>
        </p:nvSpPr>
        <p:spPr>
          <a:xfrm>
            <a:off x="2705110" y="2320119"/>
            <a:ext cx="244977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直接输入</a:t>
            </a:r>
            <a:r>
              <a:rPr lang="en-US" altLang="zh-CN" dirty="0"/>
              <a:t>LLM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350571-B7DD-2CA4-7DD3-EBB69E84D7A3}"/>
              </a:ext>
            </a:extLst>
          </p:cNvPr>
          <p:cNvSpPr txBox="1"/>
          <p:nvPr/>
        </p:nvSpPr>
        <p:spPr>
          <a:xfrm>
            <a:off x="2705109" y="3064953"/>
            <a:ext cx="244977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LLM with RAG</a:t>
            </a:r>
            <a:r>
              <a:rPr lang="zh-CN" altLang="en-US" dirty="0"/>
              <a:t>检索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CCCE03-DE5D-5263-9A50-0418258B5D94}"/>
              </a:ext>
            </a:extLst>
          </p:cNvPr>
          <p:cNvSpPr txBox="1"/>
          <p:nvPr/>
        </p:nvSpPr>
        <p:spPr>
          <a:xfrm>
            <a:off x="2705108" y="3809787"/>
            <a:ext cx="244977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LLM with BM25</a:t>
            </a:r>
            <a:r>
              <a:rPr lang="zh-CN" altLang="en-US" dirty="0"/>
              <a:t>检索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94AFD2-9EE4-095A-A154-AB682BD2B5DA}"/>
              </a:ext>
            </a:extLst>
          </p:cNvPr>
          <p:cNvSpPr txBox="1"/>
          <p:nvPr/>
        </p:nvSpPr>
        <p:spPr>
          <a:xfrm>
            <a:off x="2705107" y="4490953"/>
            <a:ext cx="244977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LLM with </a:t>
            </a:r>
            <a:r>
              <a:rPr lang="zh-CN" altLang="en-US" dirty="0"/>
              <a:t>混合检索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90EEF99-FE8E-0D1A-BFB0-E4F030950EA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666740" y="2504785"/>
            <a:ext cx="1038370" cy="993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850B9B9-FF62-0E78-7BD7-100C37073234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1666740" y="3497953"/>
            <a:ext cx="1038368" cy="496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9E334A3-39BD-EC51-56A2-F57FFCE3486D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1666740" y="3497953"/>
            <a:ext cx="1038367" cy="1177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B4D26CB-7A21-D866-76BC-0BFEDDA16B3B}"/>
              </a:ext>
            </a:extLst>
          </p:cNvPr>
          <p:cNvSpPr txBox="1"/>
          <p:nvPr/>
        </p:nvSpPr>
        <p:spPr>
          <a:xfrm>
            <a:off x="6096000" y="2321802"/>
            <a:ext cx="200622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tests_full.json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77B782-075B-AFBB-9997-09B89FCA838B}"/>
              </a:ext>
            </a:extLst>
          </p:cNvPr>
          <p:cNvSpPr txBox="1"/>
          <p:nvPr/>
        </p:nvSpPr>
        <p:spPr>
          <a:xfrm>
            <a:off x="6096001" y="3072617"/>
            <a:ext cx="200622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tests_vec.json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5611F7-7F0D-3F9B-0493-07C65FDBBE80}"/>
              </a:ext>
            </a:extLst>
          </p:cNvPr>
          <p:cNvSpPr txBox="1"/>
          <p:nvPr/>
        </p:nvSpPr>
        <p:spPr>
          <a:xfrm>
            <a:off x="6096000" y="3806708"/>
            <a:ext cx="2006221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tests_bm25.json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0E789F-6893-270C-7BB9-E9843FDB6548}"/>
              </a:ext>
            </a:extLst>
          </p:cNvPr>
          <p:cNvSpPr txBox="1"/>
          <p:nvPr/>
        </p:nvSpPr>
        <p:spPr>
          <a:xfrm>
            <a:off x="6096000" y="4498617"/>
            <a:ext cx="200622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tests_hybrid.json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E5E6FC3-B316-545B-9595-BA7A244E99DB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5154884" y="2504785"/>
            <a:ext cx="941116" cy="16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08E8710-14BD-AC39-89C7-032A79D05CE9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>
            <a:off x="5154883" y="3249619"/>
            <a:ext cx="941118" cy="7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1027EFE-AAB2-32E7-B33D-088AEAC5E872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 flipV="1">
            <a:off x="5154883" y="3991374"/>
            <a:ext cx="941117" cy="30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A992748-CF1C-63D0-1D3D-4448C280C525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>
            <a:off x="5154882" y="4675619"/>
            <a:ext cx="941118" cy="7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697BC14-91A8-7DA7-44CD-C29C43F3B899}"/>
              </a:ext>
            </a:extLst>
          </p:cNvPr>
          <p:cNvSpPr txBox="1"/>
          <p:nvPr/>
        </p:nvSpPr>
        <p:spPr>
          <a:xfrm>
            <a:off x="9043349" y="2274962"/>
            <a:ext cx="702860" cy="258532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L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L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M</a:t>
            </a:r>
          </a:p>
          <a:p>
            <a:pPr algn="ctr"/>
            <a:endParaRPr lang="zh-CN" altLang="en-US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98CC0FC-3F96-ED97-A139-58884962BB47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102228" y="2506468"/>
            <a:ext cx="941121" cy="5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6333B2E-4521-B08D-813C-F3D0B88B0335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102223" y="3257283"/>
            <a:ext cx="941126" cy="4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5F84B8A-3E58-56BC-A46A-5B8DCF42D915}"/>
              </a:ext>
            </a:extLst>
          </p:cNvPr>
          <p:cNvCxnSpPr>
            <a:cxnSpLocks/>
          </p:cNvCxnSpPr>
          <p:nvPr/>
        </p:nvCxnSpPr>
        <p:spPr>
          <a:xfrm>
            <a:off x="8102221" y="3994697"/>
            <a:ext cx="9411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7F84E93-F92D-1298-0A88-8FBF60BAD0D8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8102222" y="4683283"/>
            <a:ext cx="94112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8EAE4139-059C-C2CB-594B-08D1EB485890}"/>
              </a:ext>
            </a:extLst>
          </p:cNvPr>
          <p:cNvSpPr txBox="1"/>
          <p:nvPr/>
        </p:nvSpPr>
        <p:spPr>
          <a:xfrm>
            <a:off x="7540959" y="611139"/>
            <a:ext cx="370764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步骤清晰度、期望明确性、结构合理性、实用性五个方面打分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E4997C2-CDD3-AD3C-983D-3274F41B6DC9}"/>
              </a:ext>
            </a:extLst>
          </p:cNvPr>
          <p:cNvCxnSpPr>
            <a:cxnSpLocks/>
            <a:stCxn id="66" idx="2"/>
            <a:endCxn id="51" idx="0"/>
          </p:cNvCxnSpPr>
          <p:nvPr/>
        </p:nvCxnSpPr>
        <p:spPr>
          <a:xfrm>
            <a:off x="9394779" y="1257470"/>
            <a:ext cx="0" cy="10174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F0AED56-C311-23EE-E636-A6C4E1F25922}"/>
              </a:ext>
            </a:extLst>
          </p:cNvPr>
          <p:cNvCxnSpPr>
            <a:cxnSpLocks/>
          </p:cNvCxnSpPr>
          <p:nvPr/>
        </p:nvCxnSpPr>
        <p:spPr>
          <a:xfrm>
            <a:off x="9746209" y="3572301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AF0822CA-7117-18CB-73A0-BF6C97AC4B93}"/>
              </a:ext>
            </a:extLst>
          </p:cNvPr>
          <p:cNvSpPr txBox="1"/>
          <p:nvPr/>
        </p:nvSpPr>
        <p:spPr>
          <a:xfrm>
            <a:off x="10449069" y="3382957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tests.json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792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0FF69F5-BBF4-D6C8-BD5C-8683F7138EB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964435" y="1499987"/>
            <a:ext cx="1546154" cy="19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2397C0-33E5-2C97-73A4-118BCA067F65}"/>
              </a:ext>
            </a:extLst>
          </p:cNvPr>
          <p:cNvSpPr txBox="1"/>
          <p:nvPr/>
        </p:nvSpPr>
        <p:spPr>
          <a:xfrm>
            <a:off x="495025" y="1317257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tests.json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1C1EC4-0773-5860-1978-167765EDEF00}"/>
              </a:ext>
            </a:extLst>
          </p:cNvPr>
          <p:cNvSpPr txBox="1"/>
          <p:nvPr/>
        </p:nvSpPr>
        <p:spPr>
          <a:xfrm>
            <a:off x="3510589" y="1315321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VLM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268C380-70FE-2311-9DC2-B0E6B67439AA}"/>
              </a:ext>
            </a:extLst>
          </p:cNvPr>
          <p:cNvCxnSpPr>
            <a:cxnSpLocks/>
          </p:cNvCxnSpPr>
          <p:nvPr/>
        </p:nvCxnSpPr>
        <p:spPr>
          <a:xfrm>
            <a:off x="4979999" y="1499987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菱形 6">
            <a:extLst>
              <a:ext uri="{FF2B5EF4-FFF2-40B4-BE49-F238E27FC236}">
                <a16:creationId xmlns:a16="http://schemas.microsoft.com/office/drawing/2014/main" id="{3066AD9E-FD8E-B7FA-CA46-CEA330F47942}"/>
              </a:ext>
            </a:extLst>
          </p:cNvPr>
          <p:cNvSpPr/>
          <p:nvPr/>
        </p:nvSpPr>
        <p:spPr>
          <a:xfrm>
            <a:off x="5714704" y="971772"/>
            <a:ext cx="2181958" cy="105643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AB978C-5F70-463E-8D7F-A565624B060B}"/>
              </a:ext>
            </a:extLst>
          </p:cNvPr>
          <p:cNvSpPr txBox="1"/>
          <p:nvPr/>
        </p:nvSpPr>
        <p:spPr>
          <a:xfrm>
            <a:off x="5965503" y="1315321"/>
            <a:ext cx="16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Final Version?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43C96A6-5E05-69BE-65C9-30A604097B5C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7896662" y="1499987"/>
            <a:ext cx="22041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19E8052-0976-9D89-11C9-341F8A651C82}"/>
              </a:ext>
            </a:extLst>
          </p:cNvPr>
          <p:cNvSpPr txBox="1"/>
          <p:nvPr/>
        </p:nvSpPr>
        <p:spPr>
          <a:xfrm>
            <a:off x="8631367" y="1094080"/>
            <a:ext cx="51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yes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65B798-D213-21EB-A786-E8E47BB1B5BE}"/>
              </a:ext>
            </a:extLst>
          </p:cNvPr>
          <p:cNvSpPr txBox="1"/>
          <p:nvPr/>
        </p:nvSpPr>
        <p:spPr>
          <a:xfrm>
            <a:off x="10100777" y="1315321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xxx.spec.js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3CED56-A68E-C341-7934-98648104E6A6}"/>
              </a:ext>
            </a:extLst>
          </p:cNvPr>
          <p:cNvSpPr txBox="1"/>
          <p:nvPr/>
        </p:nvSpPr>
        <p:spPr>
          <a:xfrm>
            <a:off x="6805683" y="2028202"/>
            <a:ext cx="51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no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9100DB1-295A-E9A1-7743-C638E250062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805683" y="2028202"/>
            <a:ext cx="0" cy="585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菱形 18">
            <a:extLst>
              <a:ext uri="{FF2B5EF4-FFF2-40B4-BE49-F238E27FC236}">
                <a16:creationId xmlns:a16="http://schemas.microsoft.com/office/drawing/2014/main" id="{A35C7F78-92EE-677C-DBCB-03108081E6B1}"/>
              </a:ext>
            </a:extLst>
          </p:cNvPr>
          <p:cNvSpPr/>
          <p:nvPr/>
        </p:nvSpPr>
        <p:spPr>
          <a:xfrm>
            <a:off x="5714704" y="2613546"/>
            <a:ext cx="2181958" cy="105643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A04254-77CD-F9B2-D69A-442BD923C98D}"/>
              </a:ext>
            </a:extLst>
          </p:cNvPr>
          <p:cNvSpPr txBox="1"/>
          <p:nvPr/>
        </p:nvSpPr>
        <p:spPr>
          <a:xfrm>
            <a:off x="5965503" y="2957095"/>
            <a:ext cx="168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What Tool?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2AE2CEC-4772-282E-0DF1-1BB204AF5472}"/>
              </a:ext>
            </a:extLst>
          </p:cNvPr>
          <p:cNvCxnSpPr>
            <a:cxnSpLocks/>
          </p:cNvCxnSpPr>
          <p:nvPr/>
        </p:nvCxnSpPr>
        <p:spPr>
          <a:xfrm>
            <a:off x="7918819" y="3141761"/>
            <a:ext cx="21768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6A12C20-4740-21B3-3FAB-60AB92E37C31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3336894" y="3141761"/>
            <a:ext cx="23419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5B7993B-4E3A-6612-B240-1409C6212EEB}"/>
              </a:ext>
            </a:extLst>
          </p:cNvPr>
          <p:cNvSpPr txBox="1"/>
          <p:nvPr/>
        </p:nvSpPr>
        <p:spPr>
          <a:xfrm>
            <a:off x="7918819" y="2717837"/>
            <a:ext cx="205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If tool = file search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44F662A-2FFB-68A4-6952-5F1D0FC1E215}"/>
              </a:ext>
            </a:extLst>
          </p:cNvPr>
          <p:cNvSpPr txBox="1"/>
          <p:nvPr/>
        </p:nvSpPr>
        <p:spPr>
          <a:xfrm>
            <a:off x="3372742" y="2717837"/>
            <a:ext cx="254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If tool = code execution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6249E69-CD69-16C5-45D9-91C48552B5FD}"/>
              </a:ext>
            </a:extLst>
          </p:cNvPr>
          <p:cNvSpPr txBox="1"/>
          <p:nvPr/>
        </p:nvSpPr>
        <p:spPr>
          <a:xfrm>
            <a:off x="10117795" y="2957095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key words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2BB0C0A-DBA5-2E9A-EDBB-66036AA767F4}"/>
              </a:ext>
            </a:extLst>
          </p:cNvPr>
          <p:cNvSpPr txBox="1"/>
          <p:nvPr/>
        </p:nvSpPr>
        <p:spPr>
          <a:xfrm>
            <a:off x="1867484" y="2957095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code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260F6F-DD70-6780-75F6-ACCEB82348A4}"/>
              </a:ext>
            </a:extLst>
          </p:cNvPr>
          <p:cNvSpPr txBox="1"/>
          <p:nvPr/>
        </p:nvSpPr>
        <p:spPr>
          <a:xfrm>
            <a:off x="1840188" y="3912870"/>
            <a:ext cx="1496706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Playwright Environment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BD71608-678D-888F-F882-E4DF1A7A9B44}"/>
              </a:ext>
            </a:extLst>
          </p:cNvPr>
          <p:cNvSpPr txBox="1"/>
          <p:nvPr/>
        </p:nvSpPr>
        <p:spPr>
          <a:xfrm>
            <a:off x="10117795" y="3912870"/>
            <a:ext cx="146941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4garboards</a:t>
            </a:r>
          </a:p>
          <a:p>
            <a:pPr algn="ctr"/>
            <a:r>
              <a:rPr lang="en-US" altLang="zh-CN" dirty="0" err="1"/>
              <a:t>Github</a:t>
            </a:r>
            <a:r>
              <a:rPr lang="en-US" altLang="zh-CN" dirty="0"/>
              <a:t> code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F9FD4B3-392B-AC66-A3E1-55863EDD022F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2588541" y="3326427"/>
            <a:ext cx="13648" cy="586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722689A-AE12-5155-467E-B32C6ED5D271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10845676" y="3326428"/>
            <a:ext cx="6824" cy="586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CCAF80EC-AFFD-5EF0-2E7E-A6FE9F247C66}"/>
              </a:ext>
            </a:extLst>
          </p:cNvPr>
          <p:cNvSpPr txBox="1"/>
          <p:nvPr/>
        </p:nvSpPr>
        <p:spPr>
          <a:xfrm>
            <a:off x="1840188" y="5145644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stdout</a:t>
            </a:r>
            <a:r>
              <a:rPr lang="en-US" altLang="zh-CN" dirty="0"/>
              <a:t>/</a:t>
            </a:r>
            <a:r>
              <a:rPr lang="en-US" altLang="zh-CN" dirty="0" err="1"/>
              <a:t>img</a:t>
            </a:r>
            <a:endParaRPr lang="zh-CN" altLang="en-US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4AF0D28-4D3B-9149-91B5-DB57C6CCB871}"/>
              </a:ext>
            </a:extLst>
          </p:cNvPr>
          <p:cNvCxnSpPr>
            <a:cxnSpLocks/>
          </p:cNvCxnSpPr>
          <p:nvPr/>
        </p:nvCxnSpPr>
        <p:spPr>
          <a:xfrm flipH="1">
            <a:off x="2561245" y="4559201"/>
            <a:ext cx="13648" cy="586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326FCFB-5F4D-D9EC-0390-2C4EA2B0BC1F}"/>
              </a:ext>
            </a:extLst>
          </p:cNvPr>
          <p:cNvCxnSpPr>
            <a:cxnSpLocks/>
          </p:cNvCxnSpPr>
          <p:nvPr/>
        </p:nvCxnSpPr>
        <p:spPr>
          <a:xfrm flipH="1">
            <a:off x="10845676" y="4559200"/>
            <a:ext cx="13648" cy="586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3F181C1-675A-67C8-C1B4-EDBBA3AC1D0F}"/>
              </a:ext>
            </a:extLst>
          </p:cNvPr>
          <p:cNvSpPr txBox="1"/>
          <p:nvPr/>
        </p:nvSpPr>
        <p:spPr>
          <a:xfrm>
            <a:off x="10117795" y="5145644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code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5A9B2E1-5B78-C5DF-FACF-FAFF9FE1707C}"/>
              </a:ext>
            </a:extLst>
          </p:cNvPr>
          <p:cNvSpPr txBox="1"/>
          <p:nvPr/>
        </p:nvSpPr>
        <p:spPr>
          <a:xfrm>
            <a:off x="6070978" y="5134707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result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8FBF670-6E16-8D58-5BD9-F5998D9AFC80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 flipV="1">
            <a:off x="3309598" y="5319373"/>
            <a:ext cx="2761380" cy="109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B5739D3-CEB6-BD8C-DCCF-B391D024DA7F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7540388" y="5330310"/>
            <a:ext cx="25774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867CB8A-4962-08FC-5BDD-C0CE4E42C324}"/>
              </a:ext>
            </a:extLst>
          </p:cNvPr>
          <p:cNvCxnSpPr>
            <a:stCxn id="50" idx="2"/>
          </p:cNvCxnSpPr>
          <p:nvPr/>
        </p:nvCxnSpPr>
        <p:spPr>
          <a:xfrm>
            <a:off x="6805683" y="5504039"/>
            <a:ext cx="0" cy="698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7C35A11-F212-FBF5-317F-08F8D524B726}"/>
              </a:ext>
            </a:extLst>
          </p:cNvPr>
          <p:cNvCxnSpPr>
            <a:cxnSpLocks/>
          </p:cNvCxnSpPr>
          <p:nvPr/>
        </p:nvCxnSpPr>
        <p:spPr>
          <a:xfrm>
            <a:off x="478525" y="6182436"/>
            <a:ext cx="63271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DD6F48E-61F8-9EC7-01B9-A73246FAC69D}"/>
              </a:ext>
            </a:extLst>
          </p:cNvPr>
          <p:cNvCxnSpPr>
            <a:cxnSpLocks/>
          </p:cNvCxnSpPr>
          <p:nvPr/>
        </p:nvCxnSpPr>
        <p:spPr>
          <a:xfrm flipH="1">
            <a:off x="502972" y="2387299"/>
            <a:ext cx="22622" cy="37951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5DB486B-376E-50B4-5F84-E61F7DFFCBF2}"/>
              </a:ext>
            </a:extLst>
          </p:cNvPr>
          <p:cNvCxnSpPr>
            <a:cxnSpLocks/>
          </p:cNvCxnSpPr>
          <p:nvPr/>
        </p:nvCxnSpPr>
        <p:spPr>
          <a:xfrm>
            <a:off x="538820" y="2397534"/>
            <a:ext cx="370647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7CBA37C-E0B2-A085-237D-378BFDE0FBB1}"/>
              </a:ext>
            </a:extLst>
          </p:cNvPr>
          <p:cNvCxnSpPr>
            <a:endCxn id="5" idx="2"/>
          </p:cNvCxnSpPr>
          <p:nvPr/>
        </p:nvCxnSpPr>
        <p:spPr>
          <a:xfrm flipV="1">
            <a:off x="4245294" y="1684653"/>
            <a:ext cx="0" cy="7128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539E7926-F8F2-29E4-E33B-BD3F1E978A10}"/>
              </a:ext>
            </a:extLst>
          </p:cNvPr>
          <p:cNvSpPr txBox="1"/>
          <p:nvPr/>
        </p:nvSpPr>
        <p:spPr>
          <a:xfrm>
            <a:off x="1932294" y="1157951"/>
            <a:ext cx="161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one test case</a:t>
            </a:r>
            <a:endParaRPr lang="zh-CN" altLang="en-US" dirty="0"/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2F4C504B-CCF7-7CF1-E3C4-C9839E3B9B10}"/>
              </a:ext>
            </a:extLst>
          </p:cNvPr>
          <p:cNvCxnSpPr>
            <a:cxnSpLocks/>
          </p:cNvCxnSpPr>
          <p:nvPr/>
        </p:nvCxnSpPr>
        <p:spPr>
          <a:xfrm>
            <a:off x="4245294" y="793845"/>
            <a:ext cx="660720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199B84F-8081-B8D8-3D1A-5A2CC2FF1971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0835482" y="787106"/>
            <a:ext cx="0" cy="5282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C8525EA7-B0AD-0346-D88D-C72E2E0C295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245294" y="787106"/>
            <a:ext cx="0" cy="5282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320BF593-74EE-3BDF-F893-7FF996DD2940}"/>
              </a:ext>
            </a:extLst>
          </p:cNvPr>
          <p:cNvSpPr txBox="1"/>
          <p:nvPr/>
        </p:nvSpPr>
        <p:spPr>
          <a:xfrm>
            <a:off x="6735170" y="402101"/>
            <a:ext cx="161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next test case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032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45743D-8BDE-F39E-99BB-461EA0F5B9B6}"/>
              </a:ext>
            </a:extLst>
          </p:cNvPr>
          <p:cNvSpPr/>
          <p:nvPr/>
        </p:nvSpPr>
        <p:spPr>
          <a:xfrm>
            <a:off x="2933414" y="1556694"/>
            <a:ext cx="1523714" cy="280958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5FBC55-71AF-17D3-8A6B-6885B152EDDA}"/>
              </a:ext>
            </a:extLst>
          </p:cNvPr>
          <p:cNvSpPr txBox="1"/>
          <p:nvPr/>
        </p:nvSpPr>
        <p:spPr>
          <a:xfrm>
            <a:off x="775646" y="1576741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xxx.spec.js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059B1D-09B7-4F5B-E48B-6FB28E1FC22A}"/>
              </a:ext>
            </a:extLst>
          </p:cNvPr>
          <p:cNvSpPr txBox="1"/>
          <p:nvPr/>
        </p:nvSpPr>
        <p:spPr>
          <a:xfrm>
            <a:off x="775646" y="2315995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xxx.spec.js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B63B73-C64A-0C57-C76E-BD7B01BA3CAF}"/>
              </a:ext>
            </a:extLst>
          </p:cNvPr>
          <p:cNvSpPr txBox="1"/>
          <p:nvPr/>
        </p:nvSpPr>
        <p:spPr>
          <a:xfrm>
            <a:off x="775646" y="3990123"/>
            <a:ext cx="146941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xxx.spec.js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AED8C2-1358-1001-8865-532A02C6A40A}"/>
              </a:ext>
            </a:extLst>
          </p:cNvPr>
          <p:cNvSpPr txBox="1"/>
          <p:nvPr/>
        </p:nvSpPr>
        <p:spPr>
          <a:xfrm>
            <a:off x="1315681" y="2786256"/>
            <a:ext cx="461665" cy="10918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/>
              <a:t>.    .    .    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44429-31F7-7AE6-5191-B78CE1481252}"/>
              </a:ext>
            </a:extLst>
          </p:cNvPr>
          <p:cNvSpPr txBox="1"/>
          <p:nvPr/>
        </p:nvSpPr>
        <p:spPr>
          <a:xfrm>
            <a:off x="2933414" y="2807184"/>
            <a:ext cx="152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optimization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A4FB8A-9850-B9B6-C2E5-F8D227DD8781}"/>
              </a:ext>
            </a:extLst>
          </p:cNvPr>
          <p:cNvSpPr txBox="1"/>
          <p:nvPr/>
        </p:nvSpPr>
        <p:spPr>
          <a:xfrm>
            <a:off x="1662119" y="3166705"/>
            <a:ext cx="59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×72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1F24D5B-F96E-3ED4-C834-FD7F349669DF}"/>
              </a:ext>
            </a:extLst>
          </p:cNvPr>
          <p:cNvCxnSpPr>
            <a:cxnSpLocks/>
          </p:cNvCxnSpPr>
          <p:nvPr/>
        </p:nvCxnSpPr>
        <p:spPr>
          <a:xfrm>
            <a:off x="2259483" y="1793413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BB3994E-BF70-59CE-F4F8-3AABF0A5A251}"/>
              </a:ext>
            </a:extLst>
          </p:cNvPr>
          <p:cNvCxnSpPr>
            <a:cxnSpLocks/>
          </p:cNvCxnSpPr>
          <p:nvPr/>
        </p:nvCxnSpPr>
        <p:spPr>
          <a:xfrm>
            <a:off x="2259483" y="2505371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0BE878E-8BA9-BB92-B424-BB9A194A189B}"/>
              </a:ext>
            </a:extLst>
          </p:cNvPr>
          <p:cNvCxnSpPr>
            <a:cxnSpLocks/>
          </p:cNvCxnSpPr>
          <p:nvPr/>
        </p:nvCxnSpPr>
        <p:spPr>
          <a:xfrm>
            <a:off x="2259483" y="4193144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A3C341F-ED10-A160-11A1-FD298DD417E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4457128" y="2470296"/>
            <a:ext cx="878576" cy="5215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28FFD67-87D2-1D45-C712-0715E89771D0}"/>
              </a:ext>
            </a:extLst>
          </p:cNvPr>
          <p:cNvSpPr txBox="1"/>
          <p:nvPr/>
        </p:nvSpPr>
        <p:spPr>
          <a:xfrm>
            <a:off x="5335704" y="2285630"/>
            <a:ext cx="276424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Shared Tool Scripts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8429104-FF0D-8E4D-2A91-9F2FDE73E230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4457128" y="2991850"/>
            <a:ext cx="878575" cy="6862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8BEDF2A-C2C2-45D9-3717-8A2E1CCD5DAB}"/>
              </a:ext>
            </a:extLst>
          </p:cNvPr>
          <p:cNvSpPr txBox="1"/>
          <p:nvPr/>
        </p:nvSpPr>
        <p:spPr>
          <a:xfrm>
            <a:off x="5335703" y="3493405"/>
            <a:ext cx="2764243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Category Specific Scripts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92B1A3-698C-2A8C-17DA-954CF4244CA3}"/>
              </a:ext>
            </a:extLst>
          </p:cNvPr>
          <p:cNvSpPr txBox="1"/>
          <p:nvPr/>
        </p:nvSpPr>
        <p:spPr>
          <a:xfrm>
            <a:off x="8843749" y="2285630"/>
            <a:ext cx="201304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run_category.js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BCA7E3-F1B7-1ACD-D5B0-8EC5749D633F}"/>
              </a:ext>
            </a:extLst>
          </p:cNvPr>
          <p:cNvSpPr/>
          <p:nvPr/>
        </p:nvSpPr>
        <p:spPr>
          <a:xfrm>
            <a:off x="8843748" y="3094342"/>
            <a:ext cx="2640842" cy="234429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24A0625-8DDD-E93A-51F3-6B81F8EED093}"/>
              </a:ext>
            </a:extLst>
          </p:cNvPr>
          <p:cNvSpPr txBox="1"/>
          <p:nvPr/>
        </p:nvSpPr>
        <p:spPr>
          <a:xfrm>
            <a:off x="8882458" y="3147500"/>
            <a:ext cx="2602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Category1 Test Scripts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95451B4-F432-FB8C-97AA-7F2B61F42A2E}"/>
              </a:ext>
            </a:extLst>
          </p:cNvPr>
          <p:cNvSpPr txBox="1"/>
          <p:nvPr/>
        </p:nvSpPr>
        <p:spPr>
          <a:xfrm>
            <a:off x="8888956" y="3516832"/>
            <a:ext cx="260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Category2 Test Scripts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989B5DE-AFBE-4AF4-67D1-FD1696A5CB1F}"/>
              </a:ext>
            </a:extLst>
          </p:cNvPr>
          <p:cNvSpPr txBox="1"/>
          <p:nvPr/>
        </p:nvSpPr>
        <p:spPr>
          <a:xfrm>
            <a:off x="8843748" y="4938513"/>
            <a:ext cx="264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Category3 Test Scripts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D3EF0C2-843E-1D5B-9E02-387E74C65C5D}"/>
              </a:ext>
            </a:extLst>
          </p:cNvPr>
          <p:cNvSpPr txBox="1"/>
          <p:nvPr/>
        </p:nvSpPr>
        <p:spPr>
          <a:xfrm>
            <a:off x="9619437" y="3886164"/>
            <a:ext cx="461665" cy="11634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b="1" dirty="0"/>
              <a:t>.    .    .    .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CF8B349-080A-C07F-97FA-6148644E2F45}"/>
              </a:ext>
            </a:extLst>
          </p:cNvPr>
          <p:cNvSpPr txBox="1"/>
          <p:nvPr/>
        </p:nvSpPr>
        <p:spPr>
          <a:xfrm>
            <a:off x="9941761" y="4283234"/>
            <a:ext cx="59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×12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F7F2A30-6ACD-3E01-C37E-81EBC8868FCB}"/>
              </a:ext>
            </a:extLst>
          </p:cNvPr>
          <p:cNvCxnSpPr>
            <a:cxnSpLocks/>
          </p:cNvCxnSpPr>
          <p:nvPr/>
        </p:nvCxnSpPr>
        <p:spPr>
          <a:xfrm>
            <a:off x="8136339" y="2488181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ED2CAD5-2799-5BD9-FE81-52219B2037D9}"/>
              </a:ext>
            </a:extLst>
          </p:cNvPr>
          <p:cNvCxnSpPr>
            <a:cxnSpLocks/>
          </p:cNvCxnSpPr>
          <p:nvPr/>
        </p:nvCxnSpPr>
        <p:spPr>
          <a:xfrm>
            <a:off x="8136339" y="3678071"/>
            <a:ext cx="7074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BD30D9B-AD51-48C0-E1DD-9DA0B725670B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0856794" y="2470296"/>
            <a:ext cx="4094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4100AE8-5D1D-E6A5-0A01-001CCA5B8913}"/>
              </a:ext>
            </a:extLst>
          </p:cNvPr>
          <p:cNvCxnSpPr>
            <a:cxnSpLocks/>
          </p:cNvCxnSpPr>
          <p:nvPr/>
        </p:nvCxnSpPr>
        <p:spPr>
          <a:xfrm>
            <a:off x="11266226" y="2470296"/>
            <a:ext cx="0" cy="6240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77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151</Words>
  <Application>Microsoft Office PowerPoint</Application>
  <PresentationFormat>宽屏</PresentationFormat>
  <Paragraphs>52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muradil kurban</dc:creator>
  <cp:lastModifiedBy>muradil kurban</cp:lastModifiedBy>
  <cp:revision>6</cp:revision>
  <dcterms:created xsi:type="dcterms:W3CDTF">2026-06-30T10:43:27Z</dcterms:created>
  <dcterms:modified xsi:type="dcterms:W3CDTF">2026-06-30T13:03:13Z</dcterms:modified>
</cp:coreProperties>
</file>